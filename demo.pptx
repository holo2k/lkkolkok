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343"/>
    <a:srgbClr val="FBA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B267F-EEE4-4521-BDBE-F872C3315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303881-EC86-4425-BE0C-91DC81D23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8010BA-836E-4477-A0C4-55E8F6B3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EAFD5F-0090-4FC5-BDE6-94657F8D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54D40A-EEDD-45C9-B901-161141AB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20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29E55-89C5-4DDB-84AE-EA279C66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5281A1-558C-4E91-AACC-AB112666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EBF8DC-6575-4E05-9ADD-F0924DC77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BF2BE5-E3F1-4EC2-AB8A-5F2B1D432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FBAF83-0067-4E86-9B69-2E56F1B0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55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A48A2-A41E-416A-9569-BBD1DCC9C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0B0BD6-A26D-4474-B7E4-6BE9010E7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DB5BB-91E1-4457-B367-A247E5C0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882486-B503-4717-A667-D4E844BA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850105-9AFE-40E8-AA97-9C894B1C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91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56A73-E39E-4CCE-AC5B-C5F390E4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9496A2-A6AD-48F5-A523-15FEB776D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DB4F1B-A3ED-4ED7-911D-D0B96D441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8B168B-2F78-45B9-B893-CCD81DC9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4AF587-8421-4D03-9986-AFB1C284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56242C-FC44-439D-8905-E75F6179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90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77DBA7-ED19-4AEE-9227-4B358F5E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0E30E8-7065-4FF0-B43D-FEE3AB6E8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8725CA-4F14-472A-BC60-66FAF482D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517975-3274-47CE-943E-8CDD405DD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E3701F2-AA17-429B-967D-13479CC44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613EAD-68B1-4096-A5AA-EEC4816E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7D35B9-AC14-4028-8EBF-5A7498A6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5F6E5A-A39C-4466-88F4-1C7802A2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90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E8995-8495-4E6D-B5C9-30EB8E68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BDD587-2265-4A1C-B8DB-BBE8C7F1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E74DE6-95E3-442C-871A-24F990CB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CECD05-E635-4D5A-9E8B-460646CE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231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7AD2BC-3D56-49A5-8BB0-0189DDFE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7066B0-0B6E-4276-B19B-419FFBC08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96A520-2E1B-4526-BFD7-EDE60B23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71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A8277-C232-45FF-B42B-D4120F85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24CE6F-0EB7-4DFA-8673-61ECFD012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1BAFA5-82AB-4E48-8671-B93F7A96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6F6337-9F16-410D-8ECB-F4F8F111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A88746-4224-440D-A88C-F7F925D2B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D9FB46-10E1-47B1-A158-2419294D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67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8B292-5F2F-41E6-A9D1-72331302E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997789B-BF1E-4D19-B674-236083342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AD1D7B-1E34-442D-827D-32A3A5561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C64353-0D42-481D-ADEB-DD4964C4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B9D950-B529-4753-AF23-2830ED20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16C1EC-285E-4E05-8341-FA088AA8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566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E91C7-7F8E-442E-A2DB-8DDF243A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5B0635-718A-4B32-8337-2B41B0819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F71F0D-E664-4475-A887-FB1D9BC9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107E20-190B-4771-82A1-95884158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27B202-2F75-4B41-88F6-EEE18F46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93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38EBA4-D1D1-4E8C-8765-BE3D200D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935E06-73CE-4750-832F-BE14FEE8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06AA34-A9DC-4571-8DAB-89895190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1494A7-2FF4-4804-A6E0-ABE75343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2C27AD-3A24-403D-967B-94240B91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25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F4E1D-B887-4879-AC14-A75C0CD7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D8B48A-4231-47A4-834D-D0393C8C0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74ADE4-1621-41C9-B39C-3738429F5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C081F-1955-4EA0-9667-46F4F1B7AEDE}" type="datetimeFigureOut">
              <a:rPr lang="ru-RU" smtClean="0"/>
              <a:t>23.05.2022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43D5AC-3C31-4F2F-9D8B-6C1FFC9D9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8FAA75-4C15-41EC-B28B-4EC6B7B36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4A391-36C5-422F-AF2E-FD50D31355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01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mar_dan1@mail.ru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AA8F0B-6AFC-4CA6-99F4-32CC39354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91071" y="-159678"/>
            <a:ext cx="18374141" cy="78855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E75F0-157A-456A-ACD2-84F506700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0561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Food delivery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4A981B-9BCB-4D75-9359-C55E04263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3720" y="4643187"/>
            <a:ext cx="3986542" cy="1655762"/>
          </a:xfrm>
        </p:spPr>
        <p:txBody>
          <a:bodyPr/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Разработчики: </a:t>
            </a:r>
          </a:p>
          <a:p>
            <a:pPr algn="l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 Light Condensed" panose="020B0502040204020203" pitchFamily="34" charset="0"/>
              </a:rPr>
              <a:t>Мартынов Даниил Андреевич</a:t>
            </a:r>
          </a:p>
          <a:p>
            <a:pPr algn="l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 Light Condensed" panose="020B0502040204020203" pitchFamily="34" charset="0"/>
              </a:rPr>
              <a:t>Беликов Никита Васильевич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64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5B98C43-40FA-4B1A-A661-8E8A6CDE2989}"/>
              </a:ext>
            </a:extLst>
          </p:cNvPr>
          <p:cNvSpPr/>
          <p:nvPr/>
        </p:nvSpPr>
        <p:spPr>
          <a:xfrm rot="16200000">
            <a:off x="6221896" y="-750803"/>
            <a:ext cx="578675" cy="14271851"/>
          </a:xfrm>
          <a:prstGeom prst="rect">
            <a:avLst/>
          </a:prstGeom>
          <a:solidFill>
            <a:srgbClr val="FF43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860FC46-9EC6-48F4-876C-CE53EEF0BE6B}"/>
              </a:ext>
            </a:extLst>
          </p:cNvPr>
          <p:cNvSpPr/>
          <p:nvPr/>
        </p:nvSpPr>
        <p:spPr>
          <a:xfrm rot="16200000">
            <a:off x="6403481" y="-1285429"/>
            <a:ext cx="215504" cy="14271852"/>
          </a:xfrm>
          <a:prstGeom prst="rect">
            <a:avLst/>
          </a:prstGeom>
          <a:solidFill>
            <a:srgbClr val="FF43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1E38A92-090F-437B-9A85-C1390FB1ABAF}"/>
              </a:ext>
            </a:extLst>
          </p:cNvPr>
          <p:cNvSpPr txBox="1">
            <a:spLocks/>
          </p:cNvSpPr>
          <p:nvPr/>
        </p:nvSpPr>
        <p:spPr>
          <a:xfrm>
            <a:off x="1158089" y="2191053"/>
            <a:ext cx="4937911" cy="1450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3200" dirty="0"/>
              <a:t>Почему ты остаёшься голодным если можешь заказать в </a:t>
            </a:r>
            <a:r>
              <a:rPr lang="en-US" sz="3200" dirty="0"/>
              <a:t>Bella </a:t>
            </a:r>
            <a:r>
              <a:rPr lang="en-US" sz="3200" dirty="0" err="1"/>
              <a:t>Onojie</a:t>
            </a:r>
            <a:endParaRPr lang="ru-RU" sz="3200" dirty="0"/>
          </a:p>
        </p:txBody>
      </p:sp>
      <p:pic>
        <p:nvPicPr>
          <p:cNvPr id="18" name="Объект 17">
            <a:extLst>
              <a:ext uri="{FF2B5EF4-FFF2-40B4-BE49-F238E27FC236}">
                <a16:creationId xmlns:a16="http://schemas.microsoft.com/office/drawing/2014/main" id="{A4C2E5F6-EEA2-4FBF-8882-49C631AE7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488" y="649934"/>
            <a:ext cx="2335463" cy="4351338"/>
          </a:xfr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5B646EF-D12B-4696-810B-727AAACC9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862" y="-220081"/>
            <a:ext cx="4636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56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A81EF-48EF-4210-B494-51211D8D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3CFC07-9CE9-4D2D-AF0E-0290D3C05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8084"/>
            <a:ext cx="4781365" cy="217161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Целью создания приложения является упрощение жизнедеятельности человека.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2F04E86-3F03-4910-ACC9-2F7FBF746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68" y="161529"/>
            <a:ext cx="2615873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11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448A0-D90B-44E3-ADC3-479D94C7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872DBD-B051-449E-A4B5-B15DE49F3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1714"/>
            <a:ext cx="5553547" cy="16780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Изучить предметную область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Разработать интерфейс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Разработать логику 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BE2C2C-1C03-49B4-9E40-9B46AE12E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68" y="161529"/>
            <a:ext cx="2615873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07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F3B37-BD52-48BC-90D9-F37960D6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B3F5EB-3721-4BE7-88E4-87DDE6B52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9313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Приложение направлено на возрастаю категорию от 14 до 40+ это примерно 80% населения страны</a:t>
            </a:r>
          </a:p>
        </p:txBody>
      </p:sp>
      <p:pic>
        <p:nvPicPr>
          <p:cNvPr id="7" name="Рисунок 6" descr="Семья с двумя детьми">
            <a:extLst>
              <a:ext uri="{FF2B5EF4-FFF2-40B4-BE49-F238E27FC236}">
                <a16:creationId xmlns:a16="http://schemas.microsoft.com/office/drawing/2014/main" id="{17CB0DC9-BD56-4186-B99E-E34E96CED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9387" y="2085211"/>
            <a:ext cx="4407664" cy="440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96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8E28AE-3A33-4E96-A7FD-3D91B8B3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65EAA4F-1A57-4B47-9790-CBD005460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202" y="-257453"/>
            <a:ext cx="3944798" cy="8394608"/>
          </a:xfr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CD92B1AA-2030-434C-AB86-D547588F1532}"/>
              </a:ext>
            </a:extLst>
          </p:cNvPr>
          <p:cNvSpPr txBox="1">
            <a:spLocks/>
          </p:cNvSpPr>
          <p:nvPr/>
        </p:nvSpPr>
        <p:spPr>
          <a:xfrm>
            <a:off x="2123118" y="2704515"/>
            <a:ext cx="4159313" cy="2045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Авторизация/Регистрация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Создание аккаунта используя </a:t>
            </a:r>
            <a:r>
              <a:rPr lang="en-US" dirty="0"/>
              <a:t>email </a:t>
            </a:r>
            <a:r>
              <a:rPr lang="ru-RU" dirty="0"/>
              <a:t>и пароль</a:t>
            </a:r>
          </a:p>
        </p:txBody>
      </p:sp>
    </p:spTree>
    <p:extLst>
      <p:ext uri="{BB962C8B-B14F-4D97-AF65-F5344CB8AC3E}">
        <p14:creationId xmlns:p14="http://schemas.microsoft.com/office/powerpoint/2010/main" val="297847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B2B05-A872-429C-A8B4-3DBB8599C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C3913-D5C4-42D4-9962-4CF295B13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8913" y="2677882"/>
            <a:ext cx="423465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Просмотр меню</a:t>
            </a:r>
          </a:p>
          <a:p>
            <a:pPr marL="0" indent="0">
              <a:buNone/>
            </a:pPr>
            <a:r>
              <a:rPr lang="ru-RU" dirty="0"/>
              <a:t>Совершайте покупки любимых блюд и напитков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AEE772-EF8B-4635-BF8F-3EB48112D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365125"/>
            <a:ext cx="5191029" cy="752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15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46B30-B34A-480D-A533-173700BF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39487D-42FA-4E15-BDEB-A9496CAAE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22" y="2506662"/>
            <a:ext cx="388472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Оплачивай</a:t>
            </a:r>
          </a:p>
          <a:p>
            <a:pPr marL="0" indent="0">
              <a:buNone/>
            </a:pPr>
            <a:r>
              <a:rPr lang="ru-RU" dirty="0"/>
              <a:t>Быстрая оплата и моментальная доставка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57129C-5EDF-4A98-9661-5C51A67AC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8" y="647746"/>
            <a:ext cx="4887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63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BC325D-47FD-4124-A171-6D25B220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D72D1-96CA-4C24-9E3D-2305A819A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749" y="2686759"/>
            <a:ext cx="4142173" cy="145911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Отслеживай доставку и получай уведомления на </a:t>
            </a:r>
            <a:r>
              <a:rPr lang="en-US" dirty="0"/>
              <a:t>smart </a:t>
            </a:r>
            <a:r>
              <a:rPr lang="ru-RU" dirty="0"/>
              <a:t>часы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F73769-F37B-40D8-B2E6-481050554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793" y="2391098"/>
            <a:ext cx="303847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71D78-5B62-4498-9C8F-DB0F860E6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923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Готов ответить на ваши вопросы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150761-A412-4F5A-A3C8-0165565CB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63" y="481126"/>
            <a:ext cx="2615873" cy="1295238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1A1FC50E-1F5B-4660-8542-1BF722BCD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8578" y="4894754"/>
            <a:ext cx="561068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связи:</a:t>
            </a:r>
          </a:p>
          <a:p>
            <a:pPr marL="0" indent="0">
              <a:buNone/>
            </a:pPr>
            <a:r>
              <a:rPr lang="en-US" dirty="0"/>
              <a:t>Email: </a:t>
            </a:r>
            <a:r>
              <a:rPr lang="en-US" dirty="0">
                <a:hlinkClick r:id="rId3"/>
              </a:rPr>
              <a:t>mar_dan1@mail.ru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Tel: 890864367534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248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118</Words>
  <Application>Microsoft Office PowerPoint</Application>
  <PresentationFormat>Широкоэкранный</PresentationFormat>
  <Paragraphs>28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Bahnschrift Light Condensed</vt:lpstr>
      <vt:lpstr>Bahnschrift SemiBold</vt:lpstr>
      <vt:lpstr>Calibri</vt:lpstr>
      <vt:lpstr>Calibri Light</vt:lpstr>
      <vt:lpstr>Wingdings</vt:lpstr>
      <vt:lpstr>Тема Office</vt:lpstr>
      <vt:lpstr>Food delivery</vt:lpstr>
      <vt:lpstr>Презентация PowerPoint</vt:lpstr>
      <vt:lpstr>Цели</vt:lpstr>
      <vt:lpstr>Задачи</vt:lpstr>
      <vt:lpstr>Аудитория</vt:lpstr>
      <vt:lpstr>Как это работает</vt:lpstr>
      <vt:lpstr>Как это работает</vt:lpstr>
      <vt:lpstr>Как это работает</vt:lpstr>
      <vt:lpstr>Как это работает</vt:lpstr>
      <vt:lpstr>Готов ответить на ваши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</dc:title>
  <dc:creator>NP-106</dc:creator>
  <cp:lastModifiedBy>NP-106</cp:lastModifiedBy>
  <cp:revision>8</cp:revision>
  <dcterms:created xsi:type="dcterms:W3CDTF">2022-05-23T10:49:34Z</dcterms:created>
  <dcterms:modified xsi:type="dcterms:W3CDTF">2022-05-23T11:53:38Z</dcterms:modified>
</cp:coreProperties>
</file>